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United States History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C9A227"/>
                </a:solidFill>
              </a:defRPr>
            </a:pPr>
            <a:r>
              <a:t>Final Project: Five Key Topics in American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114800"/>
            <a:ext cx="48764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Cristopher Saravia Medina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5F5F5"/>
                </a:solidFill>
              </a:defRPr>
            </a:pPr>
            <a:r>
              <a:t>US History I • Fall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28600"/>
            <a:ext cx="1097280" cy="64008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Colonial America: Life in the Colonies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The 13 colonies were divided into three regions: New England, Middle, and Southern colonies, each with different economies and ways of life.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New England colonies focused on fishing, shipbuilding, and trade, while Southern colonies relied heavily on cash crops like tobacco and rice grown by enslaved workers.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Religion played a huge role in colonial life - Puritans came to Massachusetts seeking religious freedom and created strict communities based on their beliefs.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Colonial society had a clear social structure with wealthy landowners at the top, middle-class farmers and merchants in the middle, and indentured servants and enslaved people at the bottom.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The Great Awakening (1730s-1740s) was a religious revival that united colonists across regions and challenged traditional authority, helping plant seeds for future independence.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371600"/>
            <a:ext cx="20116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[Image 1]</a:t>
            </a:r>
            <a:br/>
            <a:r>
              <a:t>Map of 13 Colonies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0" y="1371600"/>
            <a:ext cx="20116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[Image 2]</a:t>
            </a:r>
            <a:br/>
            <a:r>
              <a:t>Colonial Town Scene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3931920"/>
            <a:ext cx="20116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4663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[Image 3]</a:t>
            </a:r>
            <a:br/>
            <a:r>
              <a:t>Puritan Meeting House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3931920"/>
            <a:ext cx="20116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4663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[Image 4]</a:t>
            </a:r>
            <a:br/>
            <a:r>
              <a:t>Tobacco Plantation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28600"/>
            <a:ext cx="1097280" cy="64008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American Revolution (1775-1783)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The Revolution started because colonists were angry about 'taxation without representation' - Britain kept taxing them without giving them a voice in Parliament.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Key events leading to war included the Boston Massacre (1770), the Boston Tea Party (1773), and the Intolerable Acts that punished Massachusetts for rebelling.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The Declaration of Independence, written mainly by Thomas Jefferson in 1776, announced that all men are created equal and have rights to life, liberty, and the pursuit of happiness.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The Continental Army, led by George Washington, faced many hardships including the brutal winter at Valley Forge, but kept fighting for eight long years.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France's alliance with America in 1778 was a game-changer, providing troops, money, and naval support that helped win the final Battle of Yorktown in 1781.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371600"/>
            <a:ext cx="20116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[Image 1]</a:t>
            </a:r>
            <a:br/>
            <a:r>
              <a:t>Boston Tea Party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0" y="1371600"/>
            <a:ext cx="20116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[Image 2]</a:t>
            </a:r>
            <a:br/>
            <a:r>
              <a:t>Signing Declaration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3931920"/>
            <a:ext cx="20116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4663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[Image 3]</a:t>
            </a:r>
            <a:br/>
            <a:r>
              <a:t>Washington Crossing Delaware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3931920"/>
            <a:ext cx="20116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4663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[Image 4]</a:t>
            </a:r>
            <a:br/>
            <a:r>
              <a:t>Battle of Yorktown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28600"/>
            <a:ext cx="1097280" cy="64008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Civil War (1861-1865)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The Civil War broke out after Southern states seceded (left the Union) because they wanted to keep slavery and feared President Lincoln would end it.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The North (Union) had more people, factories, and railroads, while the South (Confederacy) had skilled military leaders and were fighting to defend their homeland.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The Emancipation Proclamation (1863) freed enslaved people in Confederate states and allowed Black soldiers to join the Union Army - about 180,000 served.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Major battles like Gettysburg (1863) were turning points - the Union won this bloody three-day battle in Pennsylvania, stopping the South's invasion of the North.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The war ended when General Robert E. Lee surrendered to Ulysses S. Grant at Appomattox Court House in April 1865, but President Lincoln was assassinated just days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371600"/>
            <a:ext cx="20116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[Image 1]</a:t>
            </a:r>
            <a:br/>
            <a:r>
              <a:t>Lincoln Portrait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0" y="1371600"/>
            <a:ext cx="20116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[Image 2]</a:t>
            </a:r>
            <a:br/>
            <a:r>
              <a:t>Battle of Gettysburg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3931920"/>
            <a:ext cx="20116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4663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[Image 3]</a:t>
            </a:r>
            <a:br/>
            <a:r>
              <a:t>Emancipation Proclamation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3931920"/>
            <a:ext cx="20116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4663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[Image 4]</a:t>
            </a:r>
            <a:br/>
            <a:r>
              <a:t>Surrender at Appomattox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28600"/>
            <a:ext cx="1097280" cy="64008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Reconstruction Era (1865-1877)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Reconstruction was the period after the Civil War when the government tried to rebuild the South and integrate nearly 4 million freed Black Americans into society.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The 13th, 14th, and 15th Amendments were passed - these ended slavery, made Black people citizens with equal protection, and gave Black men the right to vote.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The Freedmen's Bureau was created to help formerly enslaved people by providing food, schools, and help finding jobs, but it was underfunded and ended too soon.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Black Americans made real progress during this time - they voted, held political office, and started businesses and schools, including the first Black colleges.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Reconstruction ended in 1877 due to a political deal, and Southern states quickly passed Jim Crow laws that took away Black rights and enforced segregation for decades.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371600"/>
            <a:ext cx="20116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[Image 1]</a:t>
            </a:r>
            <a:br/>
            <a:r>
              <a:t>Freedmen's Bureau School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0" y="1371600"/>
            <a:ext cx="20116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[Image 2]</a:t>
            </a:r>
            <a:br/>
            <a:r>
              <a:t>Black Congressmen 1870s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3931920"/>
            <a:ext cx="20116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4663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[Image 3]</a:t>
            </a:r>
            <a:br/>
            <a:r>
              <a:t>13th Amendment Document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3931920"/>
            <a:ext cx="20116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4663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[Image 4]</a:t>
            </a:r>
            <a:br/>
            <a:r>
              <a:t>Jim Crow 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28600"/>
            <a:ext cx="1097280" cy="64008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Topic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Industrialization in America (1870s-1900s)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After the Civil War, America transformed from a farming nation into an industrial powerhouse, with factories popping up across the Northeast and Midwest.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Inventions like the telephone (Alexander Graham Bell), light bulb (Thomas Edison), and steel production process (Andrew Carnegie) changed how Americans lived and worked.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Railroads connected the entire country - the Transcontinental Railroad (completed 1869) made it possible to travel coast to coast in days instead of months.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Factory workers, including many children, faced terrible conditions: long hours (12-16 hour days), low pay, and dangerous machines that caused injuries and deaths.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Labor unions formed to fight for workers' rights - they organized strikes demanding better wages, shorter hours, and safer workplaces, though progress was slow.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371600"/>
            <a:ext cx="20116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[Image 1]</a:t>
            </a:r>
            <a:br/>
            <a:r>
              <a:t>Factory Workers 1900s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0" y="1371600"/>
            <a:ext cx="20116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[Image 2]</a:t>
            </a:r>
            <a:br/>
            <a:r>
              <a:t>Transcontinental Railroad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3931920"/>
            <a:ext cx="20116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4663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[Image 3]</a:t>
            </a:r>
            <a:br/>
            <a:r>
              <a:t>Thomas Edison with Light Bulb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3931920"/>
            <a:ext cx="20116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4663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[Image 4]</a:t>
            </a:r>
            <a:br/>
            <a:r>
              <a:t>Child Labor Photo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Works Cited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371600"/>
            <a:ext cx="67052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Foner, Eric. Give Me Liberty!: An American History. 6th ed., W.W. Norton &amp; Company, 2020.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History.com Editors. "American Revolution." History, A&amp;E Television Networks, 29 Oct. 2009,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        www.history.com/topics/american-revolution/american-revolution-history.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National Archives. "The Emancipation Proclamation." National Archives, U.S. National Archives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        and Records Administration, www.archives.gov/exhibits/featured-documents/emancipation-proclamation.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5F5F5"/>
                </a:solidFill>
              </a:defRPr>
            </a:pPr>
            <a:r>
              <a:t>Cristopher Saravia Medina • US History I • Final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