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37160" cy="4114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7315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7315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7315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7315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7315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UNITED STATES HISTORY 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834640"/>
            <a:ext cx="57908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D4A537"/>
                </a:solidFill>
              </a:defRPr>
            </a:pPr>
            <a:r>
              <a:t>Final Project: Five Key Topics in American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4389120"/>
            <a:ext cx="4876495" cy="1645920"/>
          </a:xfrm>
          <a:prstGeom prst="roundRect">
            <a:avLst/>
          </a:prstGeom>
          <a:solidFill>
            <a:srgbClr val="1E3A5F"/>
          </a:solidFill>
          <a:ln w="3810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572000"/>
            <a:ext cx="4876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Cristopher Saravia Medina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212080"/>
            <a:ext cx="4876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AF8F5"/>
                </a:solidFill>
              </a:defRPr>
            </a:pPr>
            <a:r>
              <a:t>US History I  •  Fall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74320"/>
            <a:ext cx="1280160" cy="640080"/>
          </a:xfrm>
          <a:prstGeom prst="round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47472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Colonial America: Life in the Colonies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61872"/>
            <a:ext cx="109728" cy="55961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2234"/>
                </a:solidFill>
              </a:defRPr>
            </a:pPr>
            <a:r>
              <a:t>KEY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7132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The 13 colonies were split into three groups: New England, Middle, and Southern colonies. Each region had its own economy and lifestyle.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New England made money through fishing and shipbuilding. Southern colonies grew cash crops like tobacco using enslaved African workers.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Religion was super important - Puritans came to Massachusetts for religious freedom and built strict communities based on their beliefs.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Colonial society had a clear class system: wealthy landowners at the top, farmers in the middle, enslaved people at the bottom.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The Great Awakening (1730s-1740s) was a religious movement that brought colonists together and made them question authority.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32588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lonial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2148840" cy="2194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829800" y="132588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lonial_tow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371600"/>
            <a:ext cx="2148840" cy="21945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543800" y="388620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urit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931920"/>
            <a:ext cx="2148840" cy="21945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829800" y="388620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antat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3931920"/>
            <a:ext cx="2148840" cy="21945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F8F5"/>
                </a:solidFill>
              </a:defRPr>
            </a:pPr>
            <a:r>
              <a:t>US History I  •  Cristopher Saravia Medina  •  Topic 1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28600"/>
            <a:ext cx="1280160" cy="6400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01752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2A4A"/>
                </a:solidFill>
              </a:defRPr>
            </a:pPr>
            <a:r>
              <a:t>TOPIC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 Learned: Colonial America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32588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4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D2E"/>
                </a:solidFill>
              </a:defRPr>
            </a:pPr>
            <a:r>
              <a:t>📚 What I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2C2C2C"/>
                </a:solidFill>
              </a:defRPr>
            </a:pPr>
            <a:r>
              <a:t>Learning about colonial America helped me understand how the United States began and why different regions developed so differently.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 learned that geography really shaped how people lived - the rocky soil in New England meant they couldn't farm much, so they turned to the ocean instead.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It was eye-opening to see how slavery was built into the Southern economy from the very start, not something that came later.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The Puritans were way stricter than I thought - they could punish you just for missing church!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 now understand why the colonists felt so independent - they were basically running their own communities for over 100 years.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🔍 Additional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Indentured servants made up about 50% of all European immigrants to the colonies - they worked 4-7 years for free passage to America.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The average colonial family had 7-10 children because so many died young from disease.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Colonial women had almost no legal rights - married women couldn't own property or sign contracts.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The slave population grew from about 7,000 in 1680 to over 300,000 by 1750, mostly in the South.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Reflection &amp; Research  •  Topic 1  •  Cristopher Saravia Medina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74320"/>
            <a:ext cx="1280160" cy="640080"/>
          </a:xfrm>
          <a:prstGeom prst="round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47472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American Revolution (1775-1783)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61872"/>
            <a:ext cx="109728" cy="55961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2234"/>
                </a:solidFill>
              </a:defRPr>
            </a:pPr>
            <a:r>
              <a:t>KEY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7132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The Revolution happened because colonists were fed up with "taxation without representation" - Britain taxed them without giving them a voice.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Key events: Boston Massacre (1770), Boston Tea Party (1773), and the harsh Intolerable Acts that punished Massachusetts.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Thomas Jefferson wrote the Declaration of Independence in 1776, proclaiming all men are created equal with rights to life and liberty.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George Washington led the Continental Army through eight hard years, including the freezing winter at Valley Forge.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France joining our side in 1778 was a game-changer - they gave us soldiers, money, and ships that helped win at Yorktown.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32588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ston_t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2148840" cy="2194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829800" y="132588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clar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371600"/>
            <a:ext cx="2148840" cy="21945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543800" y="388620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shington_cross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931920"/>
            <a:ext cx="2148840" cy="21945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829800" y="388620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yorktow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3931920"/>
            <a:ext cx="2148840" cy="21945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F8F5"/>
                </a:solidFill>
              </a:defRPr>
            </a:pPr>
            <a:r>
              <a:t>US History I  •  Cristopher Saravia Medina  •  Topic 2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28600"/>
            <a:ext cx="1280160" cy="6400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01752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2A4A"/>
                </a:solidFill>
              </a:defRPr>
            </a:pPr>
            <a:r>
              <a:t>TOPIC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 Learned: American Revolution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32588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4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D2E"/>
                </a:solidFill>
              </a:defRPr>
            </a:pPr>
            <a:r>
              <a:t>📚 What I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2C2C2C"/>
                </a:solidFill>
              </a:defRPr>
            </a:pPr>
            <a:r>
              <a:t>Studying the Revolution showed me that freedom isn't free - regular people made huge sacrifices to create our country.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 didn't realize how close we came to losing the war. Washington's army was broke, starving, and outnumbered most of the time.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The Declaration's words about equality were revolutionary for that time, even if they didn't apply to everyone yet.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It's crazy that a bunch of farmers and merchants actually beat the world's most powerful military.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 learned that not everyone supported independence - about 1/3 of colonists were Loyalists who wanted to stay British.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🔍 Additional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Only about 3% of colonists actually fought in the Continental Army at any given time.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More soldiers died from disease and cold than from actual combat during the war.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Women like Deborah Sampson disguised themselves as men to fight, and others like Molly Pitcher helped on battlefields.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The war cost Britain so much money that it contributed to their own economic problems for decades.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About 5,000 Black soldiers fought for the Continental Army, with some earning their freedom for serving.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Reflection &amp; Research  •  Topic 2  •  Cristopher Saravia Medina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74320"/>
            <a:ext cx="1280160" cy="640080"/>
          </a:xfrm>
          <a:prstGeom prst="round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47472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Civil War (1861-1865)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61872"/>
            <a:ext cx="109728" cy="55961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2234"/>
                </a:solidFill>
              </a:defRPr>
            </a:pPr>
            <a:r>
              <a:t>KEY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7132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The war started when Southern states left the Union to keep slavery. They feared Lincoln would end their way of life.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The North had more people, factories, and railroads. The South had experienced military leaders defending their homeland.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Lincoln's Emancipation Proclamation (1863) freed enslaved people in rebel states and let Black men join the Union Army.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The Battle of Gettysburg (July 1863) was a turning point - the Union won and stopped the South from invading the North.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The war ended when General Lee surrendered to General Grant at Appomattox in April 1865. Lincoln was killed days later.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32588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incol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2148840" cy="2194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829800" y="132588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ettysbur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371600"/>
            <a:ext cx="2148840" cy="21945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543800" y="388620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mancipa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931920"/>
            <a:ext cx="2148840" cy="21945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829800" y="388620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ppomatto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3931920"/>
            <a:ext cx="2148840" cy="21945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F8F5"/>
                </a:solidFill>
              </a:defRPr>
            </a:pPr>
            <a:r>
              <a:t>US History I  •  Cristopher Saravia Medina  •  Topic 3 of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28600"/>
            <a:ext cx="1280160" cy="6400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01752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2A4A"/>
                </a:solidFill>
              </a:defRPr>
            </a:pPr>
            <a:r>
              <a:t>TOPIC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 Learned: The Civil War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32588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4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D2E"/>
                </a:solidFill>
              </a:defRPr>
            </a:pPr>
            <a:r>
              <a:t>📚 What I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2C2C2C"/>
                </a:solidFill>
              </a:defRPr>
            </a:pPr>
            <a:r>
              <a:t>The Civil War taught me that our country almost tore itself apart over slavery, and the effects of that division lasted for generations.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 was shocked to learn that about 620,000 soldiers died - more Americans than in all other U.S. wars combined until Vietnam.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The Emancipation Proclamation was as much a military strategy as a moral decision - it prevented Europe from helping the South.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 understand now why this is called the first 'modern war' - new weapons made it incredibly deadly.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Learning about the draft riots showed me that not everyone in the North supported the war or ending slavery.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🔍 Additional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The Civil War was the first war to be extensively photographed, changing how people saw the horrors of combat.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About 180,000 Black soldiers served in the Union Army, making up roughly 10% of Union forces by war's end.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Clara Barton, who later founded the Red Cross, worked as a nurse and brought supplies directly to battlefields.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The South's economy was devastated - Confederate money became worthless and many plantations were destroyed.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Lincoln's assassination made him a martyr and complicated the process of bringing the nation back together.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Reflection &amp; Research  •  Topic 3  •  Cristopher Saravia Medina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74320"/>
            <a:ext cx="1280160" cy="640080"/>
          </a:xfrm>
          <a:prstGeom prst="round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47472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Reconstruction Era (1865-1877)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61872"/>
            <a:ext cx="109728" cy="55961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2234"/>
                </a:solidFill>
              </a:defRPr>
            </a:pPr>
            <a:r>
              <a:t>KEY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7132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Reconstruction was the time after the Civil War when the government tried to rebuild the South and help 4 million freed Black Americans.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Three amendments were added: 13th (ended slavery), 14th (citizenship &amp; equal rights), 15th (voting rights for Black men).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The Freedmen's Bureau helped former slaves with food, schools, and jobs, but it didn't get enough funding.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Black Americans made real progress - they voted, held political office, started businesses, and built schools.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Reconstruction ended in 1877 after a political deal. Southern states quickly passed Jim Crow segregation laws.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32588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reedmen_scho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2148840" cy="2194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829800" y="132588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lack_congr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371600"/>
            <a:ext cx="2148840" cy="21945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543800" y="388620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mendm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931920"/>
            <a:ext cx="2148840" cy="21945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829800" y="388620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imcro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3931920"/>
            <a:ext cx="2148840" cy="21945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F8F5"/>
                </a:solidFill>
              </a:defRPr>
            </a:pPr>
            <a:r>
              <a:t>US History I  •  Cristopher Saravia Medina  •  Topic 4 of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28600"/>
            <a:ext cx="1280160" cy="6400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01752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2A4A"/>
                </a:solidFill>
              </a:defRPr>
            </a:pPr>
            <a:r>
              <a:t>TOPIC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 Learned: Reconstruction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32588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4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D2E"/>
                </a:solidFill>
              </a:defRPr>
            </a:pPr>
            <a:r>
              <a:t>📚 What I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2C2C2C"/>
                </a:solidFill>
              </a:defRPr>
            </a:pPr>
            <a:r>
              <a:t>Reconstruction showed me a time of real hope and progress for Black Americans that was sadly crushed by racism and politics.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 was amazed to learn that over 2,000 Black men held public office during Reconstruction, including U.S. Senators.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The Freedmen's Bureau schools were incredibly important - they taught reading to people who had been forbidden to learn.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It's frustrating that so much progress was undone so quickly once federal troops left the South.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 now see how the failures of Reconstruction led directly to 100 years of segregation and civil rights struggles.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🔍 Additional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Hiram Revels of Mississippi became the first Black U.S. Senator in 1870, taking Jefferson Davis's old seat.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The Ku Klux Klan formed in 1866 and used violence and terror to stop Black people from voting or holding office.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Sharecropping trapped many freed people in cycles of debt that kept them working on the same plantations.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The Compromise of 1877 gave Republican Rutherford B. Hayes the presidency in exchange for ending Reconstruction.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Black literacy rates rose from about 5% in 1870 to over 30% by 1880 thanks to schools built during Reconstruction.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Reflection &amp; Research  •  Topic 4  •  Cristopher Saravia Medina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74320"/>
            <a:ext cx="1280160" cy="640080"/>
          </a:xfrm>
          <a:prstGeom prst="round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47472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Industrialization in America (1870s-1900s)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61872"/>
            <a:ext cx="109728" cy="55961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22234"/>
                </a:solidFill>
              </a:defRPr>
            </a:pPr>
            <a:r>
              <a:t>KEY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7132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After the Civil War, America changed from a farming country into an industrial giant with factories everywhere.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Amazing inventions changed life: Bell's telephone, Edison's light bulb, and Carnegie's steel production.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The Transcontinental Railroad (finished 1869) made coast-to-coast travel possible in days instead of months.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Factory workers had it rough: 12-16 hour days, low pay, and dangerous machines. Even young kids had to work.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B22234"/>
                </a:solidFill>
              </a:rPr>
              <a:t>★ </a:t>
            </a:r>
            <a:r>
              <a:rPr sz="1300">
                <a:solidFill>
                  <a:srgbClr val="2C2C2C"/>
                </a:solidFill>
              </a:rPr>
              <a:t>Workers started forming labor unions and went on strikes demanding better pay, shorter hours, and safer conditions.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32588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c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2148840" cy="2194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829800" y="132588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ailro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371600"/>
            <a:ext cx="2148840" cy="21945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543800" y="388620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dis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931920"/>
            <a:ext cx="2148840" cy="21945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829800" y="3886200"/>
            <a:ext cx="2240280" cy="25146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ildlabo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3931920"/>
            <a:ext cx="2148840" cy="21945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F8F5"/>
                </a:solidFill>
              </a:defRPr>
            </a:pPr>
            <a:r>
              <a:t>US History I  •  Cristopher Saravia Medina  •  Topic 5 of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28600"/>
            <a:ext cx="1280160" cy="6400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01752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2A4A"/>
                </a:solidFill>
              </a:defRPr>
            </a:pPr>
            <a:r>
              <a:t>TOPIC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 Learned: Industrialization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32588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4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D2E"/>
                </a:solidFill>
              </a:defRPr>
            </a:pPr>
            <a:r>
              <a:t>📚 What I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2C2C2C"/>
                </a:solidFill>
              </a:defRPr>
            </a:pPr>
            <a:r>
              <a:t>Industrialization showed me how progress came at a huge cost to workers, especially immigrants and children who had no protections.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 was disturbed by how young the child workers were - some factory kids were only 5 or 6 years old.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The 'robber barons' like Carnegie and Rockefeller got incredibly rich while their workers barely survived.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 understand now why labor unions were so important - without them, workers had no power to demand better treatment.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4D2E"/>
                </a:solidFill>
              </a:rPr>
              <a:t>• </a:t>
            </a:r>
            <a:r>
              <a:rPr sz="1200">
                <a:solidFill>
                  <a:srgbClr val="2C2C2C"/>
                </a:solidFill>
              </a:rPr>
              <a:t>It's interesting how this period created both amazing inventions and terrible inequality at the same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669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2234"/>
                </a:solidFill>
              </a:defRPr>
            </a:pPr>
            <a:r>
              <a:t>🔍 Additional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By 1900, about 2 million children under 16 worked in factories, mines, and mills across America.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Andrew Carnegie's steel company made him the richest man in America - worth about $380 billion in today's money.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The Haymarket Riot of 1886 in Chicago turned violent and set back the labor movement for years.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Chinese immigrants built much of the Transcontinental Railroad but faced severe discrimination and the Chinese Exclusion Act.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B22234"/>
                </a:solidFill>
              </a:rPr>
              <a:t>→ </a:t>
            </a:r>
            <a:r>
              <a:rPr sz="1200">
                <a:solidFill>
                  <a:srgbClr val="2C2C2C"/>
                </a:solidFill>
              </a:rPr>
              <a:t>The average factory worker made about $400-$500 per year while working 60+ hours per week with no vacation.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Reflection &amp; Research  •  Topic 5  •  Cristopher Saravia Medina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457200"/>
            <a:ext cx="73152" cy="10972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Works Cited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4A537"/>
                </a:solidFill>
              </a:defRPr>
            </a:pPr>
            <a:r>
              <a:t>MLA Format Citations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6424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920240"/>
            <a:ext cx="11430000" cy="41148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800"/>
              </a:spcAft>
              <a:defRPr sz="1500">
                <a:solidFill>
                  <a:srgbClr val="FFFFFF"/>
                </a:solidFill>
              </a:defRPr>
            </a:pPr>
            <a:r>
              <a:t>1. Foner, Eric. Give Me Liberty!: An American History. 6th ed., W.W. Norton &amp; Company, 2020.</a:t>
            </a:r>
          </a:p>
          <a:p>
            <a:pPr>
              <a:spcBef>
                <a:spcPts val="800"/>
              </a:spcBef>
              <a:spcAft>
                <a:spcPts val="1800"/>
              </a:spcAft>
              <a:defRPr sz="1500">
                <a:solidFill>
                  <a:srgbClr val="FFFFFF"/>
                </a:solidFill>
              </a:defRPr>
            </a:pPr>
            <a:r>
              <a:t>2. History.com Editors. "American Revolution History." History, A&amp;E Television Networks, 29 Oct. 2009, www.history.com/topics/american-revolution.</a:t>
            </a:r>
          </a:p>
          <a:p>
            <a:pPr>
              <a:spcBef>
                <a:spcPts val="800"/>
              </a:spcBef>
              <a:spcAft>
                <a:spcPts val="1800"/>
              </a:spcAft>
              <a:defRPr sz="1500">
                <a:solidFill>
                  <a:srgbClr val="FFFFFF"/>
                </a:solidFill>
              </a:defRPr>
            </a:pPr>
            <a:r>
              <a:t>3. National Archives. "The Emancipation Proclamation." National Archives, U.S. National Archives and Records Administration, www.archives.gov/exhibits/featured-documents/emancipation-proclamation.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7220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AF8F5"/>
                </a:solidFill>
              </a:defRPr>
            </a:pPr>
            <a:r>
              <a:t>Cristopher Saravia Medina  •  US History I  •  Final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