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"/>
            <a:ext cx="12191695" cy="7315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371600"/>
            <a:ext cx="137160" cy="411480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73152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73152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73152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73152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73152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UNITED STATES HISTORY 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834640"/>
            <a:ext cx="5790895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1752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D4A537"/>
                </a:solidFill>
              </a:defRPr>
            </a:pPr>
            <a:r>
              <a:t>Final Project: Five Key Topics in American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4389120"/>
            <a:ext cx="4876495" cy="1645920"/>
          </a:xfrm>
          <a:prstGeom prst="roundRect">
            <a:avLst/>
          </a:prstGeom>
          <a:solidFill>
            <a:srgbClr val="1E3A5F"/>
          </a:solidFill>
          <a:ln w="38100">
            <a:solidFill>
              <a:srgbClr val="D4A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4572000"/>
            <a:ext cx="48764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Cristopher Saravia Medina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212080"/>
            <a:ext cx="4876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AF8F5"/>
                </a:solidFill>
              </a:defRPr>
            </a:pPr>
            <a:r>
              <a:t>US History I  •  Fall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274320"/>
            <a:ext cx="1280160" cy="640080"/>
          </a:xfrm>
          <a:prstGeom prst="round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47472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TOPIC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Colonial America: Life in the Colonies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261872"/>
            <a:ext cx="109728" cy="55961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13 colonies were split into three groups: New England, Middle, and Southern colonies. Each region had its own economy and way of living based on geography and climate.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New England colonies made money through fishing, shipbuilding, and trading goods. Southern colonies grew cash crops like tobacco and rice using enslaved African workers.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Religion was super important in colonial life. The Puritans came to Massachusetts looking for religious freedom and built strict communities based on their Christian beliefs.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Colonial society had a clear class system: wealthy landowners were at the top, farmers and merchants in the middle, and indentured servants and enslaved people at the bottom.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Great Awakening (1730s-1740s) was a big religious movement that brought colonists together and made them question authority - this helped set the stage for revolution.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lonial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210312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lonial_t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417320"/>
            <a:ext cx="2103120" cy="21031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63524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urit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77639"/>
            <a:ext cx="2103120" cy="21031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87552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lantatio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3977639"/>
            <a:ext cx="2103120" cy="2103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AF8F5"/>
                </a:solidFill>
              </a:defRPr>
            </a:pPr>
            <a:r>
              <a:t>US History I  •  Cristopher Saravia Medina  •  Topic 1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274320"/>
            <a:ext cx="1280160" cy="640080"/>
          </a:xfrm>
          <a:prstGeom prst="round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47472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TOPIC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The American Revolution (1775-1783)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261872"/>
            <a:ext cx="109728" cy="55961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Revolution happened because colonists were fed up with "taxation without representation" - Britain kept taxing them but wouldn't let them have a say in Parliament.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Big events that led to war: the Boston Massacre (1770) where British soldiers killed colonists, the Boston Tea Party (1773), and the harsh Intolerable Acts.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Thomas Jefferson wrote the Declaration of Independence in 1776, saying all men are created equal and have rights to life, liberty, and pursuing happiness.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George Washington led the Continental Army through eight hard years of fighting, including the freezing winter at Valley Forge where many soldiers died.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France joining our side in 1778 was a game-changer! They gave us soldiers, money, and ships that helped us win the final battle at Yorktown in 1781.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oston_te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210312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clar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417320"/>
            <a:ext cx="2103120" cy="21031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63524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washington_cross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77639"/>
            <a:ext cx="2103120" cy="21031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87552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yorktow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3977639"/>
            <a:ext cx="2103120" cy="2103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AF8F5"/>
                </a:solidFill>
              </a:defRPr>
            </a:pPr>
            <a:r>
              <a:t>US History I  •  Cristopher Saravia Medina  •  Topic 2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274320"/>
            <a:ext cx="1280160" cy="640080"/>
          </a:xfrm>
          <a:prstGeom prst="round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47472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TOPIC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The Civil War (1861-1865)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261872"/>
            <a:ext cx="109728" cy="55961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Civil War started when Southern states left the Union because they wanted to keep slavery. They feared President Lincoln would end it, threatening their way of life.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North (Union) had way more people, factories, and railroads. The South (Confederacy) had experienced military leaders and were fighting to protect their homeland.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Lincoln's Emancipation Proclamation (1863) freed enslaved people in rebel states and let Black men join the Union Army - about 180,000 African Americans served.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Battle of Gettysburg in July 1863 was a turning point. The Union won this brutal three-day fight in Pennsylvania and stopped the South from invading the North.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war ended when Confederate General Robert E. Lee surrendered to Union General Ulysses S. Grant at Appomattox Court House in April 1865. Sadly, Lincoln was killed days later.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ncol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210312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gettysbur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417320"/>
            <a:ext cx="2103120" cy="21031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63524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mancipati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77639"/>
            <a:ext cx="2103120" cy="21031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87552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ppomattox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3977639"/>
            <a:ext cx="2103120" cy="2103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AF8F5"/>
                </a:solidFill>
              </a:defRPr>
            </a:pPr>
            <a:r>
              <a:t>US History I  •  Cristopher Saravia Medina  •  Topic 3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274320"/>
            <a:ext cx="1280160" cy="640080"/>
          </a:xfrm>
          <a:prstGeom prst="round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47472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TOPIC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Reconstruction Era (1865-1877)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261872"/>
            <a:ext cx="109728" cy="55961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Reconstruction was the time after the Civil War when the government tried to rebuild the South and help nearly 4 million freed Black Americans become part of society.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Three important amendments were added: 13th (ended slavery), 14th (made Black people citizens with equal rights), and 15th (gave Black men the right to vote).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The Freedmen's Bureau helped former slaves by giving them food, building schools, and helping them find jobs. But it didn't get enough money and ended too soon.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Black Americans made real progress - they voted, got elected to political offices, started businesses, and built schools, including the first Black colleges in America.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Reconstruction ended in 1877 after a political deal. Southern states quickly passed Jim Crow laws that took away Black rights and forced segregation for almost 100 years.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reedmen_sch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210312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lack_congres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417320"/>
            <a:ext cx="2103120" cy="21031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63524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mendmen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77639"/>
            <a:ext cx="2103120" cy="21031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87552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imcro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3977639"/>
            <a:ext cx="2103120" cy="2103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AF8F5"/>
                </a:solidFill>
              </a:defRPr>
            </a:pPr>
            <a:r>
              <a:t>US History I  •  Cristopher Saravia Medina  •  Topic 4 of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274320"/>
            <a:ext cx="1280160" cy="640080"/>
          </a:xfrm>
          <a:prstGeom prst="round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347472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TOPIC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320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Industrialization in America (1870s-1900s)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261872"/>
            <a:ext cx="109728" cy="5596128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4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After the Civil War, America changed from a farming country into an industrial giant. Factories popped up everywhere, especially in the Northeast and Midwest.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Amazing inventions changed American life: Alexander Graham Bell's telephone, Thomas Edison's light bulb, and Andrew Carnegie's steel production made the country modern.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Railroads connected the whole country - the Transcontinental Railroad finished in 1869 made it possible to travel coast to coast in just a few days instead of months.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Factory workers had it rough: long 12-16 hour days, low pay, and dangerous machines that hurt or killed people. Even young kids had to work in these conditions.</a:t>
            </a:r>
          </a:p>
          <a:p>
            <a:pPr>
              <a:spcBef>
                <a:spcPts val="400"/>
              </a:spcBef>
              <a:spcAft>
                <a:spcPts val="1200"/>
              </a:spcAft>
            </a:pPr>
            <a:r>
              <a:rPr sz="1400" b="1">
                <a:solidFill>
                  <a:srgbClr val="B22234"/>
                </a:solidFill>
              </a:rPr>
              <a:t>★ </a:t>
            </a:r>
            <a:r>
              <a:rPr sz="1500">
                <a:solidFill>
                  <a:srgbClr val="2C2C2C"/>
                </a:solidFill>
              </a:rPr>
              <a:t>Workers started forming labor unions to fight for better treatment. They went on strikes demanding higher pay, shorter workdays, and safer factories.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cto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417320"/>
            <a:ext cx="2103120" cy="210312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875520" y="1371600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ailroa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417320"/>
            <a:ext cx="2103120" cy="210312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63524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diso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3977639"/>
            <a:ext cx="2103120" cy="21031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875520" y="3931919"/>
            <a:ext cx="2194560" cy="246888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ildlabo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3977639"/>
            <a:ext cx="2103120" cy="210312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601968"/>
            <a:ext cx="11612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AF8F5"/>
                </a:solidFill>
              </a:defRPr>
            </a:pPr>
            <a:r>
              <a:t>US History I  •  Cristopher Saravia Medina  •  Topic 5 of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457200"/>
            <a:ext cx="73152" cy="1097280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Works Cited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>
                <a:solidFill>
                  <a:srgbClr val="D4A537"/>
                </a:solidFill>
              </a:defRPr>
            </a:pPr>
            <a:r>
              <a:t>MLA Format Citations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1064240" cy="36576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920240"/>
            <a:ext cx="11430000" cy="41148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1600"/>
              </a:spcAft>
              <a:defRPr sz="1600">
                <a:solidFill>
                  <a:srgbClr val="FFFFFF"/>
                </a:solidFill>
              </a:defRPr>
            </a:pPr>
            <a:r>
              <a:t>1. Foner, Eric. Give Me Liberty!: An American History. 6th ed., W.W. Norton &amp; Company, 2020.</a:t>
            </a:r>
          </a:p>
          <a:p>
            <a:pPr>
              <a:spcBef>
                <a:spcPts val="800"/>
              </a:spcBef>
              <a:spcAft>
                <a:spcPts val="1600"/>
              </a:spcAft>
              <a:defRPr sz="1600">
                <a:solidFill>
                  <a:srgbClr val="FFFFFF"/>
                </a:solidFill>
              </a:defRPr>
            </a:pPr>
            <a:r>
              <a:t>2. History.com Editors. "American Revolution History." History, A&amp;E Television Networks, 29 Oct. 2009, www.history.com/topics/american-revolution.</a:t>
            </a:r>
          </a:p>
          <a:p>
            <a:pPr>
              <a:spcBef>
                <a:spcPts val="800"/>
              </a:spcBef>
              <a:spcAft>
                <a:spcPts val="1600"/>
              </a:spcAft>
              <a:defRPr sz="1600">
                <a:solidFill>
                  <a:srgbClr val="FFFFFF"/>
                </a:solidFill>
              </a:defRPr>
            </a:pPr>
            <a:r>
              <a:t>3. National Archives. "The Emancipation Proclamation." National Archives, U.S. National Archives and Records Administration, www.archives.gov/exhibits/featured-documents/emancipation-proclamation.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B2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172200"/>
            <a:ext cx="1161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FAF8F5"/>
                </a:solidFill>
              </a:defRPr>
            </a:pPr>
            <a:r>
              <a:t>Cristopher Saravia Medina  •  US History I  •  Final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